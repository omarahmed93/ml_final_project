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13"/>
  </p:normalViewPr>
  <p:slideViewPr>
    <p:cSldViewPr snapToGrid="0">
      <p:cViewPr>
        <p:scale>
          <a:sx n="102" d="100"/>
          <a:sy n="102" d="100"/>
        </p:scale>
        <p:origin x="14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773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65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13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08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45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86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032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36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62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9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60017-07D0-AF44-86A0-AB8D9A662820}" type="datetimeFigureOut">
              <a:rPr lang="en-EG" smtClean="0"/>
              <a:t>24/05/2026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4D3D44D-B7FE-E34A-86D5-F34AC0DB06CF}" type="slidenum">
              <a:rPr lang="en-EG" smtClean="0"/>
              <a:t>‹#›</a:t>
            </a:fld>
            <a:endParaRPr lang="en-EG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44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6621CF-F493-40D5-98AE-24A9D3AD4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8" y="0"/>
            <a:ext cx="12194875" cy="495026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3AF0E-F598-BEF7-E996-1A67F80BB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8896" y="643467"/>
            <a:ext cx="5975956" cy="4127545"/>
          </a:xfrm>
        </p:spPr>
        <p:txBody>
          <a:bodyPr anchor="ctr">
            <a:normAutofit/>
          </a:bodyPr>
          <a:lstStyle/>
          <a:p>
            <a:r>
              <a:rPr lang="en-EG" sz="4800"/>
              <a:t>Amazon Predection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DEE02A-D296-42EA-88F5-7803F69CE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4950269"/>
            <a:ext cx="12191695" cy="1907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97A5E-E59F-4D15-D1DA-1CA6A9F01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8896" y="5118231"/>
            <a:ext cx="5975956" cy="977621"/>
          </a:xfrm>
        </p:spPr>
        <p:txBody>
          <a:bodyPr>
            <a:normAutofit/>
          </a:bodyPr>
          <a:lstStyle/>
          <a:p>
            <a:r>
              <a:rPr lang="en-EG">
                <a:solidFill>
                  <a:srgbClr val="FFFFFF"/>
                </a:solidFill>
              </a:rPr>
              <a:t>Final_project</a:t>
            </a:r>
            <a:br>
              <a:rPr lang="en-EG">
                <a:solidFill>
                  <a:srgbClr val="FFFFFF"/>
                </a:solidFill>
              </a:rPr>
            </a:br>
            <a:r>
              <a:rPr lang="en-EG">
                <a:solidFill>
                  <a:srgbClr val="FFFFFF"/>
                </a:solidFill>
              </a:rPr>
              <a:t>Omar Ahmed </a:t>
            </a:r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80FB3E35-B536-018A-F4BB-F5EDCCC0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5" r="25315" b="-2"/>
          <a:stretch>
            <a:fillRect/>
          </a:stretch>
        </p:blipFill>
        <p:spPr>
          <a:xfrm>
            <a:off x="3179" y="-2"/>
            <a:ext cx="4651117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4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erson writing on a notepad">
            <a:extLst>
              <a:ext uri="{FF2B5EF4-FFF2-40B4-BE49-F238E27FC236}">
                <a16:creationId xmlns:a16="http://schemas.microsoft.com/office/drawing/2014/main" id="{BB9B1C77-ACE7-2179-2098-A5E513C683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176" r="-1" b="15844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0C3503-60B6-9E41-3AC1-AA26EAB2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EG" dirty="0"/>
              <a:t>Agenda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F47319-E4A2-1590-F4B8-B3D6FCFE6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en-EG" dirty="0"/>
              <a:t>Dataset Overview</a:t>
            </a:r>
          </a:p>
          <a:p>
            <a:r>
              <a:rPr lang="en-EG" dirty="0"/>
              <a:t>Data cleaning</a:t>
            </a:r>
          </a:p>
          <a:p>
            <a:r>
              <a:rPr lang="en-EG" dirty="0"/>
              <a:t>EDA</a:t>
            </a:r>
          </a:p>
          <a:p>
            <a:r>
              <a:rPr lang="en-EG" dirty="0"/>
              <a:t>Feature engineering </a:t>
            </a:r>
          </a:p>
          <a:p>
            <a:r>
              <a:rPr lang="en-EG" dirty="0"/>
              <a:t>Model trials </a:t>
            </a:r>
          </a:p>
          <a:p>
            <a:r>
              <a:rPr lang="en-EG" dirty="0"/>
              <a:t>Final Model</a:t>
            </a:r>
          </a:p>
          <a:p>
            <a:pPr marL="0" indent="0">
              <a:buNone/>
            </a:pPr>
            <a:br>
              <a:rPr lang="en-EG" dirty="0"/>
            </a:br>
            <a:endParaRPr lang="en-EG" dirty="0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241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E009C-A0E2-4968-3756-3B25C90A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EG" sz="2800"/>
              <a:t>Dataset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E5C9F-A211-1F2E-7FF2-F2C3D849A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25113" cy="407417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The dataset used in this project contains Amazon product order and sales information.</a:t>
            </a:r>
            <a:br>
              <a:rPr lang="en-US" sz="2600" dirty="0"/>
            </a:br>
            <a:r>
              <a:rPr lang="en-US" sz="2600" dirty="0"/>
              <a:t>It includes transactional, categorical, and numerical features related to products, shipping, quantities, order status, and pricing.</a:t>
            </a:r>
          </a:p>
          <a:p>
            <a:pPr>
              <a:lnSpc>
                <a:spcPct val="110000"/>
              </a:lnSpc>
            </a:pPr>
            <a:r>
              <a:rPr lang="en-US" sz="2600" b="1" dirty="0"/>
              <a:t>Main Features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Category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Size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Courier Status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Qty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Amount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Ship State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Fulfillment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B2B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Promotion IDs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Order Status </a:t>
            </a:r>
          </a:p>
          <a:p>
            <a:pPr>
              <a:lnSpc>
                <a:spcPct val="110000"/>
              </a:lnSpc>
            </a:pPr>
            <a:endParaRPr lang="en-EG" sz="1100" dirty="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8C9880AC-74A0-A2DF-5A99-F1B9DEB7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7733" y="1128652"/>
            <a:ext cx="4637119" cy="463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9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F617-00AB-E098-FD68-13502042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Data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7BA6B-8070-749C-D132-C187EC382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EG" dirty="0"/>
              <a:t>n this dataset we deal with missing data a lot and unlogical data like amount checked out and =0 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63277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866C-9584-B0EA-FF2D-48FBA58C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/>
              <a:t>Amount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3949A5-2EB5-90A5-4351-0958F7D2D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6262" y="2369344"/>
            <a:ext cx="3733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816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101</Words>
  <Application>Microsoft Macintosh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Amazon Predection amount</vt:lpstr>
      <vt:lpstr>Agenda </vt:lpstr>
      <vt:lpstr>Dataset</vt:lpstr>
      <vt:lpstr>Data cleaning </vt:lpstr>
      <vt:lpstr>Amount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Dabees</dc:creator>
  <cp:lastModifiedBy>Omar Dabees</cp:lastModifiedBy>
  <cp:revision>1</cp:revision>
  <dcterms:created xsi:type="dcterms:W3CDTF">2026-05-24T19:56:56Z</dcterms:created>
  <dcterms:modified xsi:type="dcterms:W3CDTF">2026-05-24T20:07:35Z</dcterms:modified>
</cp:coreProperties>
</file>